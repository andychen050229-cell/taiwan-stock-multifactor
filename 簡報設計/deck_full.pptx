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D+20 為視窗、三軸結構化訊號驗證 alpha 來源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四向度交叉驗證 · 同一結論在四 fold 樣本外重複收斂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0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0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結論並非運氣、並非過擬合、可獨立稽核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× Trend × Text 三元正貢獻；Chip / Event / Industry 引入雜訊多於訊息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兩端極值帶 alpha · 三窗口同向、半衰期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40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機率分數轉實單 · 含手續費 0.3% + 滑價 0.1% 後仍領先大盤 2 倍以上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能落地、邊界清楚、節奏可預期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40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40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