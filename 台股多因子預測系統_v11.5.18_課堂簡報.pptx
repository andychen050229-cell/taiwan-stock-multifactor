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我們的切點：以 D+20 為視窗、結構化基本面 × 文本 × 籌碼三軸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0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391400"/>
            <a:ext cx="16459200" cy="14478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7391400"/>
            <a:ext cx="57150" cy="1447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7848600"/>
            <a:ext cx="158877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36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858000"/>
            <a:ext cx="16459200" cy="723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04900" y="699135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8105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4400" y="78105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2050" y="7981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2677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預測強度（AUC）、IC 穩定性（ICIR）、多重檢定（DSR）、選股效益（Top 1%）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524500"/>
            <a:ext cx="16459200" cy="1600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4900" y="569595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245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00400" y="6362700"/>
            <a:ext cx="2667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290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28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62800" y="6362700"/>
            <a:ext cx="25717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914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1252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125200" y="6362700"/>
            <a:ext cx="1809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538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0876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087600" y="6362700"/>
            <a:ext cx="3048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7162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3152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4400" y="73152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77724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4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4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治理關卡 </a:t>
            </a:r>
            <a:r>
              <a:rPr sz="4400" b="1" i="0" spc="-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並非過擬合、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可獨立稽核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950" y="61531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4960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6350" y="64198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86050" y="64198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389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6350" y="67627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86050" y="6762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" y="71818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6350" y="71056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86050" y="7105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DSR 通過多重檢定、9 / 9 治理關卡全數通過、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每月詞向量重新訓練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LOPO ΔAUC：Risk +138.6 bps、Trend +64.9、Val +9.5、Text +8.5；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為負貢獻、引入雜訊多於訊息。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樂觀僅 +0.6 pp、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半衰期 &gt; 一個月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34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0.40 軌 net edge ≈ +2.9 pp；</a:t>
            </a:r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3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8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把模型機率分數化為實單部位、月再平衡、含手續費 0.3% 與滑價 0.1%。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8100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1338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344400" y="41338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2553950" y="43053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5339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4914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2387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344400" y="52387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553950" y="54102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6388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0198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3436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2344400" y="63436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53950" y="65151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67437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124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部署條件、限制邊界、重新訓練節奏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個月重新訓練、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邊界清楚、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節奏可預期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邊界明確、重新訓練節奏可追蹤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研究立場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7630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87630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8934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2202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8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七張原始表結構與量級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技術堆疊五層架構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九大支柱範例特徵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演算法四模型對照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38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38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13 頁地圖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27735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927735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94107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詞表光譜多空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Q1 反向效應完整解讀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287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9 支柱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419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419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參考文獻四大領域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A.28 · 工具棧 15 個核心套件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本地或雲端重現；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AUDIT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A.29 · 方法論詳述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952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1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1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773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8773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90487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3345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