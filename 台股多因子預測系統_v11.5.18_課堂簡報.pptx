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phase1_report_20260419_112854.json · López de Prado (2018) §7.4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2" name="Oval 11"/>
          <p:cNvSpPr/>
          <p:nvPr/>
        </p:nvSpPr>
        <p:spPr>
          <a:xfrm>
            <a:off x="165258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1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1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0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7162800"/>
            <a:ext cx="16459200" cy="14859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4400" y="7162800"/>
            <a:ext cx="57150" cy="1485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2050" y="7334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2050" y="76200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phase1_report_20260419_112854.json · phase2_report_20260419_152643.json · López de Prado (2018) §7.4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2" name="Oval 11"/>
          <p:cNvSpPr/>
          <p:nvPr/>
        </p:nvSpPr>
        <p:spPr>
          <a:xfrm>
            <a:off x="165258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36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6858000"/>
            <a:ext cx="16459200" cy="723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04900" y="699135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49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338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865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627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49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0011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5538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6300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1827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2589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78105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78105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7981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2677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phase2_report_20260419_152643.json §model_horizon_1.xgboost · DSR per Bailey &amp; López de Prado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5524500"/>
            <a:ext cx="16459200" cy="1600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4900" y="569595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59245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49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00400" y="6362700"/>
            <a:ext cx="2667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290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673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628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62800" y="6362700"/>
            <a:ext cx="25717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914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297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1252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125200" y="6362700"/>
            <a:ext cx="1809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7538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9921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0876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5087600" y="6362700"/>
            <a:ext cx="3048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57162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" y="73152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0" y="73152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2050" y="77724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phase3_report_20260426_RESOLVED.json · DSR per Bailey &amp; López de Prado (2014) · PSI per Basel III FRTB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4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4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4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並非過擬合、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可獨立稽核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950" y="61531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3950" y="64960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6350" y="64198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6050" y="64198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950" y="68389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6350" y="67627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86050" y="6762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23950" y="71818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76350" y="71056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6050" y="7105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——DSR 通過多重檢定、9 / 9 治理關卡全數通過、Text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每月詞向量重訓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  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lopo_pillar_contribution_D20.json · phase2_report_20260419_152643.json §feature_selection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feature_store_final.parquet · sent_polarity_5d 五桶 · OOS 2024-Q4 – 2025-Q1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半衰期 &gt; 一個月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threshold_sweep_xgb_D20.json · 40 檔門檻 × OOS 404,724 樣本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449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34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16459200" cy="11049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543800"/>
            <a:ext cx="57150" cy="1104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62050" y="8001000"/>
            <a:ext cx="15887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pp、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兩軌共用同一機率分數，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本研究為學術成果、不構成任何投資建議。   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backtest_top1pct_24m.json · 月再平衡 · 手續費 0.3% 內含 · 滑價 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449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3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8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4290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553950" y="38100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344400" y="41338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344400" y="41338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2553950" y="43053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45339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553950" y="4914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344400" y="52387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344400" y="52387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2553950" y="54102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56388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553950" y="60198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2344400" y="63436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2344400" y="63436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2553950" y="65151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67437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553950" y="7124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相比，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alpha；</a:t>
            </a: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  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phase3_report_20260426_RESOLVED.json · 部署條件 phase7_validation.json · 路線圖 NTU-GSA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449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部署條件、限制邊界、再訓練節奏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個月再訓練、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邊界清楚、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節奏可預期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每月詞向量重訓、PSI 自動回報、防 drift &gt; 0.20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邊界明確、再訓練節奏可追蹤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27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Methodology reference: López de Prado (2018) · Bailey &amp; López de Prado (2014) DSR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三大承諾 · 研究立場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Methodology: López de Prado (2018) · 台股文本驗證於 phase1_report_20260419_112854.json §data_integrity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 · 詳細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773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88773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2050" y="90487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2050" y="93345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Pipeline doc: 專案說明文件 §3 · artifacts in outputs/reports/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 · 詳細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8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lopo_pillar_contribution_D20.json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threshold_sweep_xgb_D20.json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可重訓，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ETL output: phase1_report_20260419_112854.json · DuckDB local snapshot 2025-12-31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 · 結構與量級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Architecture spec: 專案說明文件 §2 · pyproject.toml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 · 五層架構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兩節點即可重訓全棧。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Feature documentation: src/features/registry.py · 91 features grouped to 9 pillars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 · 範例特徵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lopo_pillar_contribution_D20.json · 4-fold mean ΔAUC × 10,000 (bps)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· 詳細解讀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shap_summary_xgb_D20.json · TreeExplainer · |SHAP| mean across OOS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factor_ic_table_D20.json · Spearman IC over 4-fold OOS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model_compare_D20.json · 4-fold mean ± std · Optuna 150 trials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演算法選型 · 四模型對照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DSR formula: Bailey &amp; López de Prado (2014) · 150 Optuna trials with skew/kurt 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threshold_sweep_xgb_D20.json · 40 thresholds × 4-fold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decile_hit_xgb_D20.json · OOS hit rate by predicted-prob decile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backtest_top01pct_vs_0050.json · 5 bps round-trip cost · 20-day rebalance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38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38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cost_sensitivity_D20.json · round-trip cost from 0 to 30 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dashboard/ · Streamlit 1.31 · launch via `make serve`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· 13 頁地圖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84201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8773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phase2_text_overview.json · sentiment lexicon under src/text/lexicon/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927735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0" y="927735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62050" y="94107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keyword_lift_chi2_top.json · Lift = P(bull|word)/P(bull) · χ² independence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 · 多空 Top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sentiment_quintile_D20.json · forward 20-day excess return by quintile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 · 詳細展開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Theory: DeBondt &amp; Thaler (1985) · empirical: artifact phase4_q1_contrarian.json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極負面 Q1 反向效應 · 完整解讀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sentiment_quintile_multi_horizon.json · forward 1d/5d/20d excess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16459200" cy="10287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14400" y="8153400"/>
            <a:ext cx="5715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2050" y="8610600"/>
            <a:ext cx="158877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phase4_consensus_quadrant.json · joint distribution news_sent × forum_sent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phase4_text_coverage.json · 1932 stocks × 4380 days panel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phase6_psi_30d.json · PSI computed on 30-day rolling window vs train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· 9 支柱 PSI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16459200" cy="419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8763000"/>
            <a:ext cx="57150" cy="419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62050" y="8896350"/>
            <a:ext cx="15887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Full BibTeX in references.bib · all referenced in code comments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 · 四大領域 15 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90678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62050" y="92011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