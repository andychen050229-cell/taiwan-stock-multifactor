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7391400"/>
            <a:ext cx="16459200" cy="14478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7391400"/>
            <a:ext cx="57150" cy="1447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7848600"/>
            <a:ext cx="158877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 §7.4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0" name="Oval 9"/>
          <p:cNvSpPr/>
          <p:nvPr/>
        </p:nvSpPr>
        <p:spPr>
          <a:xfrm>
            <a:off x="159543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6858000"/>
            <a:ext cx="16459200" cy="723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04900" y="699135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338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865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627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249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011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5538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6300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1827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589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14400" y="78105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14400" y="78105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2050" y="7981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2050" y="82677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5524500"/>
            <a:ext cx="16459200" cy="1600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04900" y="569595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59245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0" y="6362700"/>
            <a:ext cx="2667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290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673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628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2800" y="6362700"/>
            <a:ext cx="25717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914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97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1252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125200" y="6362700"/>
            <a:ext cx="1809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538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9921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0876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0" y="6362700"/>
            <a:ext cx="3048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7162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4400" y="73152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4400" y="73152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2050" y="77724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 · PSI per Basel III FRTB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4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950" y="61341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23950" y="65246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6350" y="64389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9400" y="64389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3950" y="688657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76350" y="6800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680085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" y="7248525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6350" y="716280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9400" y="7162800"/>
            <a:ext cx="3333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每月詞向量重新訓練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sent_polarity_5d 五桶 · OOS 2024-Q4 – 2025-Q1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639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830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檔門檻 × OOS 404,724 樣本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月再平衡 · 手續費 0.3% 內含 · 滑價 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344400" y="30289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553950" y="34290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8100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344400" y="41338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344400" y="41338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2553950" y="43053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553950" y="45339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4914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344400" y="52387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344400" y="52387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553950" y="54102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553950" y="56388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60198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2344400" y="63436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2344400" y="63436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53950" y="65151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553950" y="67437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7124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875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0" name="Oval 9"/>
          <p:cNvSpPr/>
          <p:nvPr/>
        </p:nvSpPr>
        <p:spPr>
          <a:xfrm>
            <a:off x="159639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1734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3734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部署條件、限制邊界、重新訓練節奏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個月重新訓練、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語言演化（deepseek、矽光子）、需每月詞向量重新訓練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每月詞向量重新訓練、PSI 自動回報、防 drift &gt; 0.20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邊界明確、重新訓練節奏可追蹤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DSR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研究立場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——所有產出可獨立稽核、可第三方重新訓練。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López de Prado (2018)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7630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87630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2050" y="8934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050" y="92202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自行整理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可重新訓練，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DuckDB local snapshot 2025-12-31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七張原始表結構與量級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技術堆疊五層架構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兩節點即可重新訓練全棧。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91 features grouped to 9 pillars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九大支柱範例特徵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ΔAUC × 10,000 (bps)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TreeExplainer · |SHAP| mean across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Spearman IC over 4-fold OOS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4-fold mean ± std · Optuna 150 trials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演算法四模型對照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DSR per Bailey &amp; López de Prado (2014)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40 thresholds × 4-fold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OOS hit rate by predicted-prob decile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5 bps round-trip cost · 20-day rebalance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round-trip cost from 0 to 30 bps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dashboard/ · Streamlit 1.31 · launch via `make serve`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13 頁地圖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84201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2050" y="88773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sentiment lexicon under src/text/lexicon/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927735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927735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94107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Lift = P(bull|word)/P(bull) · χ² independence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詞表光譜多空 Top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20-day excess return by quintile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情感五分位詳解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DeBondt &amp; Thaler (1985) · empirical: artifact 自行整理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Q1 反向效應完整解讀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forward 1d/5d/20d excess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8153400"/>
            <a:ext cx="16459200" cy="10287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5715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2050" y="8610600"/>
            <a:ext cx="158877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joint distribution news_sent × forum_sent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1932 stocks × 4380 days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 · PSI computed on 30-day rolling window vs train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9 支柱 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" y="8763000"/>
            <a:ext cx="16459200" cy="419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57150" cy="419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2050" y="8896350"/>
            <a:ext cx="15887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自行整理· all referenced in code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參考文獻四大領域 15 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90678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2050" y="92011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15 個核心套件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方法論詳述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對策每月詞向量重新訓練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" y="8382000"/>
            <a:ext cx="16459200" cy="952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5715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62050" y="8839200"/>
            <a:ext cx="15887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0" y="97536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40200" y="9801225"/>
            <a:ext cx="762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8773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8773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90487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3345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